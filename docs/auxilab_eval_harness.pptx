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74320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AI Agents Break in Production —
We Can't See It Coming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D4FF"/>
                </a:solidFill>
              </a:rPr>
              <a:t>auxilab-eval-harness  ·  AuxiLab Hackathon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743200"/>
            <a:ext cx="12188952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880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FF"/>
                </a:solidFill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Finance teams deploy AI agents with no visibility into correctness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No repeatable way to verify: 'Did the agent decide correctly?'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Manual QA is slow, inconsistent, and doesn't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880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</a:rPr>
              <a:t>Key Pain 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29184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CCDDEE"/>
                </a:solidFill>
              </a:rPr>
              <a:t>▸ No audit trail — what did the agent decide, and why?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CDDEE"/>
                </a:solidFill>
              </a:rPr>
              <a:t>▸ Regressions surface only after a wrong payment is made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CDDEE"/>
                </a:solidFill>
              </a:rPr>
              <a:t>▸ Finance is high-stakes: 1 missed duplicate = real money lost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2834640"/>
            <a:ext cx="25400" cy="3840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What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D4FF"/>
                </a:solidFill>
              </a:rPr>
              <a:t>auxilab-eval-harness — Production-Grade Evaluation Framework for AI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DDEE"/>
                </a:solidFill>
              </a:rPr>
              <a:t>Define YAML test cases → run against any Python agent → get structured reports.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920240"/>
          <a:ext cx="8686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43400"/>
                <a:gridCol w="4343400"/>
              </a:tblGrid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Capability</a:t>
                      </a:r>
                    </a:p>
                  </a:txBody>
                  <a:tcPr>
                    <a:solidFill>
                      <a:srgbClr val="0056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Detail</a:t>
                      </a:r>
                    </a:p>
                  </a:txBody>
                  <a:tcPr>
                    <a:solidFill>
                      <a:srgbClr val="00568C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CDDEE"/>
                          </a:solidFill>
                        </a:rPr>
                        <a:t>YAML test definitions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CDDEE"/>
                          </a:solidFill>
                        </a:rPr>
                        <a:t>Inputs, expected outputs &amp; eval strategy in plain YAML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CDDEE"/>
                          </a:solidFill>
                        </a:rPr>
                        <a:t>5 evaluator types</a:t>
                      </a:r>
                    </a:p>
                  </a:txBody>
                  <a:tcPr>
                    <a:solidFill>
                      <a:srgbClr val="1425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CDDEE"/>
                          </a:solidFill>
                        </a:rPr>
                        <a:t>exact · regex · json_schema · semantic · llm_judge</a:t>
                      </a:r>
                    </a:p>
                  </a:txBody>
                  <a:tcPr>
                    <a:solidFill>
                      <a:srgbClr val="142538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CDDEE"/>
                          </a:solidFill>
                        </a:rPr>
                        <a:t>3 export formats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CDDEE"/>
                          </a:solidFill>
                        </a:rPr>
                        <a:t>Interactive HTML report · JSON · CSV (Excel-ready)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CDDEE"/>
                          </a:solidFill>
                        </a:rPr>
                        <a:t>Rich CLI</a:t>
                      </a:r>
                    </a:p>
                  </a:txBody>
                  <a:tcPr>
                    <a:solidFill>
                      <a:srgbClr val="1425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CDDEE"/>
                          </a:solidFill>
                        </a:rPr>
                        <a:t>Colorized pass/fail output with latency &amp; score tracking</a:t>
                      </a:r>
                    </a:p>
                  </a:txBody>
                  <a:tcPr>
                    <a:solidFill>
                      <a:srgbClr val="142538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CDDEE"/>
                          </a:solidFill>
                        </a:rPr>
                        <a:t>History tracking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CDDEE"/>
                          </a:solidFill>
                        </a:rPr>
                        <a:t>SQLite-backed run history for trend analysis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CDDEE"/>
                          </a:solidFill>
                        </a:rPr>
                        <a:t>CI/CD ready</a:t>
                      </a:r>
                    </a:p>
                  </a:txBody>
                  <a:tcPr>
                    <a:solidFill>
                      <a:srgbClr val="1425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CDDEE"/>
                          </a:solidFill>
                        </a:rPr>
                        <a:t>Exit codes 0 / 1 / 2 — drop straight into GitHub Actions</a:t>
                      </a:r>
                    </a:p>
                  </a:txBody>
                  <a:tcPr>
                    <a:solidFill>
                      <a:srgbClr val="142538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9235440" y="1920240"/>
            <a:ext cx="2743200" cy="4389120"/>
          </a:xfrm>
          <a:prstGeom prst="rect">
            <a:avLst/>
          </a:prstGeom>
          <a:solidFill>
            <a:srgbClr val="05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0" y="2011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FF"/>
                </a:solidFill>
              </a:rPr>
              <a:t>Tech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2423160"/>
            <a:ext cx="2560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· Python 3.9+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· Pydantic v2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· Click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· Jinja2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· Anthropic Claude*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· sentence-transformers*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· 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· * optional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Demo — See It In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D4FF"/>
                </a:solidFill>
              </a:rPr>
              <a:t>3-minute end-to-end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FF"/>
                </a:solidFill>
              </a:rPr>
              <a:t>Three commands to full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1.  pip install -e .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      One-line install, no env hacks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2.  python demo_all_features.py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      Runs 38 tests across 2 agents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3.  Open reports/ap_exception_report.html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      Interactive HTML report in browser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1371600"/>
            <a:ext cx="25400" cy="51206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141732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</a:rPr>
              <a:t>CLI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828800"/>
            <a:ext cx="5760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00E576"/>
                </a:solidFill>
                <a:latin typeface="Courier New"/>
              </a:rPr>
              <a:t>╔════════════════════════════════╗
║  Evaluation Complete           ║
╚════════════════════════════════╝
  ✓ Passed:    18 / 20
  ✗ Failed:     2 / 20
  Pass Rate:  🟢 90.0 %
  Avg Score:    0.89
  Avg Latency:  12.4 ms
  Min Latency:   8.2 ms
  Max Latency:  18.7 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828800"/>
            <a:ext cx="5760720" cy="2103120"/>
          </a:xfrm>
          <a:prstGeom prst="rect">
            <a:avLst/>
          </a:prstGeom>
          <a:solidFill>
            <a:srgbClr val="05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406908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</a:rPr>
              <a:t>Add a test in 10 lines of YAML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4480560"/>
            <a:ext cx="5760720" cy="2103120"/>
          </a:xfrm>
          <a:prstGeom prst="rect">
            <a:avLst/>
          </a:prstGeom>
          <a:solidFill>
            <a:srgbClr val="05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4526280"/>
            <a:ext cx="55778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CDDEE"/>
                </a:solidFill>
                <a:latin typeface="Courier New"/>
              </a:rPr>
              <a:t>- id: my_001_duplicate
  input:
    invoice_id: INV-9999
    duplicate_of: INV-9998
  expected:
    decision: flag_duplicate
  evaluators:
    - type: exact
      field: decision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D4FF"/>
                </a:solidFill>
              </a:rPr>
              <a:t>38 Tests · 2 Agents · Full Evaluation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</a:rPr>
              <a:t>Test Coverage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83080"/>
          <a:ext cx="7772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  <a:gridCol w="2590800"/>
                <a:gridCol w="25908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Agent</a:t>
                      </a:r>
                    </a:p>
                  </a:txBody>
                  <a:tcPr>
                    <a:solidFill>
                      <a:srgbClr val="0056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Tests</a:t>
                      </a:r>
                    </a:p>
                  </a:txBody>
                  <a:tcPr>
                    <a:solidFill>
                      <a:srgbClr val="0056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Categories</a:t>
                      </a:r>
                    </a:p>
                  </a:txBody>
                  <a:tcPr>
                    <a:solidFill>
                      <a:srgbClr val="00568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CDDEE"/>
                          </a:solidFill>
                        </a:rPr>
                        <a:t>AP Exception Handler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CDDEE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CDDEE"/>
                          </a:solidFill>
                        </a:rPr>
                        <a:t>Duplicate, vendor, PO, dates, edge cases, security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CDDEE"/>
                          </a:solidFill>
                        </a:rPr>
                        <a:t>Payment Run Agent</a:t>
                      </a:r>
                    </a:p>
                  </a:txBody>
                  <a:tcPr>
                    <a:solidFill>
                      <a:srgbClr val="1425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CDDEE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1425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CDDEE"/>
                          </a:solidFill>
                        </a:rPr>
                        <a:t>Happy path, discounts, fraud, watchlist, cash, edge cases</a:t>
                      </a:r>
                    </a:p>
                  </a:txBody>
                  <a:tcPr>
                    <a:solidFill>
                      <a:srgbClr val="1425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CDDEE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CDDEE"/>
                          </a:solidFill>
                        </a:rPr>
                        <a:t>38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CDDEE"/>
                          </a:solidFill>
                        </a:rPr>
                        <a:t>Correctness · Schema · Semantic · Regression · Security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374903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</a:rPr>
              <a:t>Evaluator Breakdown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4114800"/>
          <a:ext cx="77724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  <a:gridCol w="2590800"/>
                <a:gridCol w="259080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0056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Count</a:t>
                      </a:r>
                    </a:p>
                  </a:txBody>
                  <a:tcPr>
                    <a:solidFill>
                      <a:srgbClr val="0056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00568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CDDEE"/>
                          </a:solidFill>
                        </a:rPr>
                        <a:t>exact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CDDEE"/>
                          </a:solidFill>
                        </a:rPr>
                        <a:t>28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CDDEE"/>
                          </a:solidFill>
                        </a:rPr>
                        <a:t>Strict field equality — correctness of decisions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CDDEE"/>
                          </a:solidFill>
                        </a:rPr>
                        <a:t>regex</a:t>
                      </a:r>
                    </a:p>
                  </a:txBody>
                  <a:tcPr>
                    <a:solidFill>
                      <a:srgbClr val="1425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CDDEE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1425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CDDEE"/>
                          </a:solidFill>
                        </a:rPr>
                        <a:t>Pattern matching — flexible reason/explanation checks</a:t>
                      </a:r>
                    </a:p>
                  </a:txBody>
                  <a:tcPr>
                    <a:solidFill>
                      <a:srgbClr val="14253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CDDEE"/>
                          </a:solidFill>
                        </a:rPr>
                        <a:t>json_schema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CDDEE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CDDEE"/>
                          </a:solidFill>
                        </a:rPr>
                        <a:t>Output structure &amp; type validation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CDDEE"/>
                          </a:solidFill>
                        </a:rPr>
                        <a:t>llm_judge</a:t>
                      </a:r>
                    </a:p>
                  </a:txBody>
                  <a:tcPr>
                    <a:solidFill>
                      <a:srgbClr val="1425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CDDEE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1425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CDDEE"/>
                          </a:solidFill>
                        </a:rPr>
                        <a:t>Claude scores reasoning quality</a:t>
                      </a:r>
                    </a:p>
                  </a:txBody>
                  <a:tcPr>
                    <a:solidFill>
                      <a:srgbClr val="14253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CDDEE"/>
                          </a:solidFill>
                        </a:rPr>
                        <a:t>semantic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CDDEE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CDDEE"/>
                          </a:solidFill>
                        </a:rPr>
                        <a:t>Meaning similarity via sentence-transformers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8321040" y="1417320"/>
            <a:ext cx="3474720" cy="5166360"/>
          </a:xfrm>
          <a:prstGeom prst="rect">
            <a:avLst/>
          </a:prstGeom>
          <a:solidFill>
            <a:srgbClr val="05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1508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</a:rPr>
              <a:t>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192024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AP Exception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  avg 12 ms / test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Payment Run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  avg 15 ms / test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Full 38-test suite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  &lt; 1 second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  (excl. LLM-judge)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Pass Rate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  🟢 90 %+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D4FF"/>
                </a:solidFill>
              </a:rPr>
              <a:t>Roadmap — From Hackathon to Production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3566160" cy="365760"/>
          </a:xfrm>
          <a:prstGeom prst="rect">
            <a:avLst/>
          </a:prstGeom>
          <a:solidFill>
            <a:srgbClr val="00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4173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  v0.2 — Next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783080"/>
            <a:ext cx="3566160" cy="2377440"/>
          </a:xfrm>
          <a:prstGeom prst="rect">
            <a:avLst/>
          </a:prstGeom>
          <a:solidFill>
            <a:srgbClr val="0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874519"/>
            <a:ext cx="3383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▸ Parallel test execution (asyncio)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▸ Gradio web UI — no CLI needed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▸ GitHub Actions workflow template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▸ Slack / email threshold alerts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417320"/>
            <a:ext cx="3566160" cy="365760"/>
          </a:xfrm>
          <a:prstGeom prst="rect">
            <a:avLst/>
          </a:prstGeom>
          <a:solidFill>
            <a:srgbClr val="005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14173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  v0.3 — Medium Term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783080"/>
            <a:ext cx="3566160" cy="2377440"/>
          </a:xfrm>
          <a:prstGeom prst="rect">
            <a:avLst/>
          </a:prstGeom>
          <a:solidFill>
            <a:srgbClr val="08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1874519"/>
            <a:ext cx="3383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▸ Native LangGraph runner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▸ Multi-run regression comparison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▸ Team dashboard with shared DB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▸ OpenAI &amp; other LLM judge backends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1417320"/>
            <a:ext cx="3566160" cy="365760"/>
          </a:xfrm>
          <a:prstGeom prst="rect">
            <a:avLst/>
          </a:prstGeom>
          <a:solidFill>
            <a:srgbClr val="56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14173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  Vision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79" y="1783080"/>
            <a:ext cx="3566160" cy="2377440"/>
          </a:xfrm>
          <a:prstGeom prst="rect">
            <a:avLst/>
          </a:prstGeom>
          <a:solidFill>
            <a:srgbClr val="1E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1874519"/>
            <a:ext cx="3383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▸ Self-healing test generation by Claude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▸ Production agent monitoring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▸ Finance domain test packs (AP/AR/GL)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4572000"/>
            <a:ext cx="12188952" cy="2011680"/>
          </a:xfrm>
          <a:prstGeom prst="rect">
            <a:avLst/>
          </a:prstGeom>
          <a:solidFill>
            <a:srgbClr val="0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6634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Any team building AI agents in Finance needs structured evaluation.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2578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D4FF"/>
                </a:solidFill>
              </a:rPr>
              <a:t>pip install auxilab-eval   →   add your first test case in 5 minutes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8064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DDEE"/>
                </a:solidFill>
              </a:rPr>
              <a:t>github.com/AuxiLabs-Auxiliobits/auxilab-eval-harness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Appendix — Architecture &amp; Key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D4FF"/>
                </a:solidFill>
              </a:rPr>
              <a:t>Technical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</a:rPr>
              <a:t>Evaluation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83080"/>
            <a:ext cx="4937760" cy="4389120"/>
          </a:xfrm>
          <a:prstGeom prst="rect">
            <a:avLst/>
          </a:prstGeom>
          <a:solidFill>
            <a:srgbClr val="05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46634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E576"/>
                </a:solidFill>
                <a:latin typeface="Courier New"/>
              </a:rPr>
              <a:t>TestCase(input, expected, evaluators)
         │
         ▼
  Runner.run(input)  ──►  actual_output
         │
         ▼
  for evaluator in evaluators:
    score = evaluator.evaluate(...)
         │
         ▼
  weighted_avg_score
  → PASS (≥ 0.75) or FAIL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41732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</a:rPr>
              <a:t>Supported Runners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0" y="1783080"/>
          <a:ext cx="612648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3063240"/>
              </a:tblGrid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Runner</a:t>
                      </a:r>
                    </a:p>
                  </a:txBody>
                  <a:tcPr>
                    <a:solidFill>
                      <a:srgbClr val="0056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Use Case</a:t>
                      </a:r>
                    </a:p>
                  </a:txBody>
                  <a:tcPr>
                    <a:solidFill>
                      <a:srgbClr val="00568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CDDEE"/>
                          </a:solidFill>
                        </a:rPr>
                        <a:t>PythonRunner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CDDEE"/>
                          </a:solidFill>
                        </a:rPr>
                        <a:t>Any callable(dict) → dict Python function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CDDEE"/>
                          </a:solidFill>
                        </a:rPr>
                        <a:t>HttpRunner</a:t>
                      </a:r>
                    </a:p>
                  </a:txBody>
                  <a:tcPr>
                    <a:solidFill>
                      <a:srgbClr val="1425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CDDEE"/>
                          </a:solidFill>
                        </a:rPr>
                        <a:t>REST API endpoint — POST with JSON body</a:t>
                      </a:r>
                    </a:p>
                  </a:txBody>
                  <a:tcPr>
                    <a:solidFill>
                      <a:srgbClr val="14253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CDDEE"/>
                          </a:solidFill>
                        </a:rPr>
                        <a:t>LangGraphRunner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CDDEE"/>
                          </a:solidFill>
                        </a:rPr>
                        <a:t>LangGraph CompiledGraph objects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669280" y="347472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</a:rPr>
              <a:t>Key Files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669280" y="3840480"/>
          <a:ext cx="612648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3063240"/>
              </a:tblGrid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File</a:t>
                      </a:r>
                    </a:p>
                  </a:txBody>
                  <a:tcPr>
                    <a:solidFill>
                      <a:srgbClr val="0056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00568C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CDDEE"/>
                          </a:solidFill>
                        </a:rPr>
                        <a:t>harness.py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CDDEE"/>
                          </a:solidFill>
                        </a:rPr>
                        <a:t>Orchestrates the full run pipeline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CDDEE"/>
                          </a:solidFill>
                        </a:rPr>
                        <a:t>schema.py</a:t>
                      </a:r>
                    </a:p>
                  </a:txBody>
                  <a:tcPr>
                    <a:solidFill>
                      <a:srgbClr val="1425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CDDEE"/>
                          </a:solidFill>
                        </a:rPr>
                        <a:t>Pydantic models for test cases &amp; results</a:t>
                      </a:r>
                    </a:p>
                  </a:txBody>
                  <a:tcPr>
                    <a:solidFill>
                      <a:srgbClr val="142538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CDDEE"/>
                          </a:solidFill>
                        </a:rPr>
                        <a:t>evaluators/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CDDEE"/>
                          </a:solidFill>
                        </a:rPr>
                        <a:t>One file per evaluator strategy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CDDEE"/>
                          </a:solidFill>
                        </a:rPr>
                        <a:t>reporter/</a:t>
                      </a:r>
                    </a:p>
                  </a:txBody>
                  <a:tcPr>
                    <a:solidFill>
                      <a:srgbClr val="1425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CDDEE"/>
                          </a:solidFill>
                        </a:rPr>
                        <a:t>HTML (Jinja2), JSON, CSV, SQLite history</a:t>
                      </a:r>
                    </a:p>
                  </a:txBody>
                  <a:tcPr>
                    <a:solidFill>
                      <a:srgbClr val="142538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CDDEE"/>
                          </a:solidFill>
                        </a:rPr>
                        <a:t>demo/test_cases/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CDDEE"/>
                          </a:solidFill>
                        </a:rPr>
                        <a:t>38 ready-to-run YAML test cases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