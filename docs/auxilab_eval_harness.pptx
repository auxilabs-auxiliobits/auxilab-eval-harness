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743200"/>
          </a:xfrm>
          <a:prstGeom prst="rect">
            <a:avLst/>
          </a:prstGeom>
          <a:solidFill>
            <a:srgbClr val="05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AI Agents Break in Production —
We Can't See It Coming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0D4FF"/>
                </a:solidFill>
              </a:rPr>
              <a:t>auxilab-eval-harness  ·  AuxiLab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743200"/>
            <a:ext cx="12188952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8803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D4FF"/>
                </a:solidFill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29184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FFFFFF"/>
                </a:solidFill>
              </a:rPr>
              <a:t>▸ Finance teams deploy AI agents with no visibility into correctness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FFFFFF"/>
                </a:solidFill>
              </a:rPr>
              <a:t>▸ No repeatable way to verify: 'Did the agent decide correctly?'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FFFFFF"/>
                </a:solidFill>
              </a:rPr>
              <a:t>▸ Manual QA is slow, inconsistent, and doesn't scale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8803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</a:rPr>
              <a:t>Key Pain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29184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CCDDEE"/>
                </a:solidFill>
              </a:rPr>
              <a:t>▸ No audit trail — what did the agent decide, and why?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CCDDEE"/>
                </a:solidFill>
              </a:rPr>
              <a:t>▸ Regressions surface only after a wrong payment is made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CCDDEE"/>
                </a:solidFill>
              </a:rPr>
              <a:t>▸ Finance is high-stakes: 1 missed duplicate = real money lost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2834640"/>
            <a:ext cx="25400" cy="38404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66376" y="51206"/>
            <a:ext cx="2231136" cy="601675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866376" y="51206"/>
            <a:ext cx="32004" cy="601675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ogo_cr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6103" y="128016"/>
            <a:ext cx="2011680" cy="448056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0" y="6387084"/>
            <a:ext cx="12188952" cy="1371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5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6400800"/>
            <a:ext cx="45720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" y="64008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B0C4D8"/>
                </a:solidFill>
                <a:latin typeface="Calibri"/>
              </a:rPr>
              <a:t>auxilab-eval-harness  |  AuxiLab Hackathon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1672" y="64008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00D4FF"/>
                </a:solidFill>
                <a:latin typeface="Calibri"/>
              </a:rPr>
              <a:t>1  /  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45752" y="640080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50" b="0">
                <a:solidFill>
                  <a:srgbClr val="5580A0"/>
                </a:solidFill>
                <a:latin typeface="Calibri"/>
              </a:rPr>
              <a:t>powered by auxiliobits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88952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229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D4FF"/>
                </a:solidFill>
              </a:rPr>
              <a:t>auxilab-eval-harness — Evaluate AI Agents via CLI or Browser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CDDEE"/>
                </a:solidFill>
              </a:rPr>
              <a:t>Define YAML test cases → run against any Python agent → get structured reports — CLI or browser.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920240"/>
          <a:ext cx="86868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43400"/>
                <a:gridCol w="4343400"/>
              </a:tblGrid>
              <a:tr h="627017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Capability</a:t>
                      </a:r>
                    </a:p>
                  </a:txBody>
                  <a:tcPr>
                    <a:solidFill>
                      <a:srgbClr val="00568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Detail</a:t>
                      </a:r>
                    </a:p>
                  </a:txBody>
                  <a:tcPr>
                    <a:solidFill>
                      <a:srgbClr val="00568C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Gradio Web UI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Upload YAML, pick agent, click Run — no CLI needed. Download HTML report.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YAML test definitions</a:t>
                      </a:r>
                    </a:p>
                  </a:txBody>
                  <a:tcPr>
                    <a:solidFill>
                      <a:srgbClr val="1425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Inputs, expected outputs &amp; eval strategy in plain YAML</a:t>
                      </a:r>
                    </a:p>
                  </a:txBody>
                  <a:tcPr>
                    <a:solidFill>
                      <a:srgbClr val="142538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5 evaluator types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exact · regex · json_schema · semantic · llm_judge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3 export formats</a:t>
                      </a:r>
                    </a:p>
                  </a:txBody>
                  <a:tcPr>
                    <a:solidFill>
                      <a:srgbClr val="1425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Interactive HTML report · JSON · CSV (Excel-ready)</a:t>
                      </a:r>
                    </a:p>
                  </a:txBody>
                  <a:tcPr>
                    <a:solidFill>
                      <a:srgbClr val="142538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Rich CLI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Colorized pass/fail output with latency &amp; score tracking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</a:tr>
              <a:tr h="62701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CI/CD ready</a:t>
                      </a:r>
                    </a:p>
                  </a:txBody>
                  <a:tcPr>
                    <a:solidFill>
                      <a:srgbClr val="1425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Exit codes 0 / 1 / 2 — drop straight into GitHub Actions</a:t>
                      </a:r>
                    </a:p>
                  </a:txBody>
                  <a:tcPr>
                    <a:solidFill>
                      <a:srgbClr val="142538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9235440" y="1920240"/>
            <a:ext cx="2743200" cy="4389120"/>
          </a:xfrm>
          <a:prstGeom prst="rect">
            <a:avLst/>
          </a:prstGeom>
          <a:solidFill>
            <a:srgbClr val="05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0" y="20116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D4FF"/>
                </a:solidFill>
              </a:rPr>
              <a:t>Tech Stack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2423160"/>
            <a:ext cx="2560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· Python 3.9+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· Pydantic v2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· Click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· Gradio 6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· Jinja2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· Anthropic Claude*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· sentence-transformers*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· 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· * optional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866376" y="51206"/>
            <a:ext cx="2231136" cy="601675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66376" y="51206"/>
            <a:ext cx="32004" cy="601675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ogo_cr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6103" y="128016"/>
            <a:ext cx="2011680" cy="448056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0" y="6387084"/>
            <a:ext cx="12188952" cy="1371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5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6400800"/>
            <a:ext cx="45720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2880" y="64008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B0C4D8"/>
                </a:solidFill>
                <a:latin typeface="Calibri"/>
              </a:rPr>
              <a:t>auxilab-eval-harness  |  AuxiLab Hackathon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1672" y="64008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00D4FF"/>
                </a:solidFill>
                <a:latin typeface="Calibri"/>
              </a:rPr>
              <a:t>2  / 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45752" y="640080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50" b="0">
                <a:solidFill>
                  <a:srgbClr val="5580A0"/>
                </a:solidFill>
                <a:latin typeface="Calibri"/>
              </a:rPr>
              <a:t>powered by auxiliobits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88952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Demo — Two Ways to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229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D4FF"/>
                </a:solidFill>
              </a:rPr>
              <a:t>Browser UI (no CLI needed)  |  CLI for power users &amp; CI/CD</a:t>
            </a:r>
          </a:p>
        </p:txBody>
      </p:sp>
      <p:sp>
        <p:nvSpPr>
          <p:cNvPr id="6" name="Rectangle 5"/>
          <p:cNvSpPr/>
          <p:nvPr/>
        </p:nvSpPr>
        <p:spPr>
          <a:xfrm>
            <a:off x="5989320" y="1371600"/>
            <a:ext cx="25400" cy="5212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417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D4FF"/>
                </a:solidFill>
              </a:rPr>
              <a:t>🖼️  Path A — Web 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874519"/>
            <a:ext cx="5486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1.  python app.py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      Opens http://127.0.0.1:7860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2.  Upload .yaml test file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      or click a built-in example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3.  Select agent from dropdown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      Description shows required fields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4.  Click  ▶ Run Evaluation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5.  📥 Download HTML Report button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      Same interactive report as CLI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41732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</a:rPr>
              <a:t>🖥️  Path B — CLI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874519"/>
            <a:ext cx="5760720" cy="1920240"/>
          </a:xfrm>
          <a:prstGeom prst="rect">
            <a:avLst/>
          </a:prstGeom>
          <a:solidFill>
            <a:srgbClr val="05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920240"/>
            <a:ext cx="557784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00E576"/>
                </a:solidFill>
                <a:latin typeface="Courier New"/>
              </a:rPr>
              <a:t>╔════════════════════════════════╗
║  Evaluation Complete           ║
╚════════════════════════════════╝
  ✓ Passed:  18/20  🟢 90.0%
  Avg Latency: 12.4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393192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D4FF"/>
                </a:solidFill>
              </a:rPr>
              <a:t>Command: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4251960"/>
            <a:ext cx="5760720" cy="1371600"/>
          </a:xfrm>
          <a:prstGeom prst="rect">
            <a:avLst/>
          </a:prstGeom>
          <a:solidFill>
            <a:srgbClr val="05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4297680"/>
            <a:ext cx="557784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CDDEE"/>
                </a:solidFill>
                <a:latin typeface="Courier New"/>
              </a:rPr>
              <a:t>auxilab-eval run \
  --tests ap_tests.yaml \
  --agent demo.agent:handle \
  --html report.html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66376" y="51206"/>
            <a:ext cx="2231136" cy="601675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866376" y="51206"/>
            <a:ext cx="32004" cy="601675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ogo_cr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6103" y="128016"/>
            <a:ext cx="2011680" cy="448056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6387084"/>
            <a:ext cx="12188952" cy="1371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5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400800"/>
            <a:ext cx="45720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2880" y="64008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B0C4D8"/>
                </a:solidFill>
                <a:latin typeface="Calibri"/>
              </a:rPr>
              <a:t>auxilab-eval-harness  |  AuxiLab Hackathon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1672" y="64008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00D4FF"/>
                </a:solidFill>
                <a:latin typeface="Calibri"/>
              </a:rPr>
              <a:t>3  /  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45752" y="640080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50" b="0">
                <a:solidFill>
                  <a:srgbClr val="5580A0"/>
                </a:solidFill>
                <a:latin typeface="Calibri"/>
              </a:rPr>
              <a:t>powered by auxiliobits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88952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229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D4FF"/>
                </a:solidFill>
              </a:rPr>
              <a:t>38 Tests · 2 Agents · Full Evaluation Coverage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D4FF"/>
                </a:solidFill>
              </a:rPr>
              <a:t>Test Coverage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83080"/>
          <a:ext cx="7772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Agent</a:t>
                      </a:r>
                    </a:p>
                  </a:txBody>
                  <a:tcPr>
                    <a:solidFill>
                      <a:srgbClr val="00568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Tests</a:t>
                      </a:r>
                    </a:p>
                  </a:txBody>
                  <a:tcPr>
                    <a:solidFill>
                      <a:srgbClr val="00568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Categories</a:t>
                      </a:r>
                    </a:p>
                  </a:txBody>
                  <a:tcPr>
                    <a:solidFill>
                      <a:srgbClr val="00568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AP Exception Handler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Duplicate, vendor, PO, dates, edge cases, security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Payment Run Agent</a:t>
                      </a:r>
                    </a:p>
                  </a:txBody>
                  <a:tcPr>
                    <a:solidFill>
                      <a:srgbClr val="1425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18</a:t>
                      </a:r>
                    </a:p>
                  </a:txBody>
                  <a:tcPr>
                    <a:solidFill>
                      <a:srgbClr val="1425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Happy path, discounts, fraud, watchlist, cash, edge cases</a:t>
                      </a:r>
                    </a:p>
                  </a:txBody>
                  <a:tcPr>
                    <a:solidFill>
                      <a:srgbClr val="14253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38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Correctness · Schema · Semantic · Regression · Security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749039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700"/>
                </a:solidFill>
              </a:rPr>
              <a:t>Evaluator Breakdown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4114800"/>
          <a:ext cx="77724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>
                    <a:solidFill>
                      <a:srgbClr val="00568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Count</a:t>
                      </a:r>
                    </a:p>
                  </a:txBody>
                  <a:tcPr>
                    <a:solidFill>
                      <a:srgbClr val="00568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Purpose</a:t>
                      </a:r>
                    </a:p>
                  </a:txBody>
                  <a:tcPr>
                    <a:solidFill>
                      <a:srgbClr val="00568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exact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28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Strict field equality — correctness of decisions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regex</a:t>
                      </a:r>
                    </a:p>
                  </a:txBody>
                  <a:tcPr>
                    <a:solidFill>
                      <a:srgbClr val="1425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18</a:t>
                      </a:r>
                    </a:p>
                  </a:txBody>
                  <a:tcPr>
                    <a:solidFill>
                      <a:srgbClr val="1425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Pattern matching — flexible reason/explanation checks</a:t>
                      </a:r>
                    </a:p>
                  </a:txBody>
                  <a:tcPr>
                    <a:solidFill>
                      <a:srgbClr val="14253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json_schema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Output structure &amp; type validation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llm_judge</a:t>
                      </a:r>
                    </a:p>
                  </a:txBody>
                  <a:tcPr>
                    <a:solidFill>
                      <a:srgbClr val="1425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1425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Claude scores reasoning quality</a:t>
                      </a:r>
                    </a:p>
                  </a:txBody>
                  <a:tcPr>
                    <a:solidFill>
                      <a:srgbClr val="14253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semantic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Meaning similarity via sentence-transformers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8321040" y="1417320"/>
            <a:ext cx="3474720" cy="5166360"/>
          </a:xfrm>
          <a:prstGeom prst="rect">
            <a:avLst/>
          </a:prstGeom>
          <a:solidFill>
            <a:srgbClr val="05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15087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D4FF"/>
                </a:solidFill>
              </a:rPr>
              <a:t>Performance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1920240"/>
            <a:ext cx="3108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>AP Exception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>  avg 12 ms / test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>Payment Run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>  avg 15 ms / test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>Full 38-test suite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>  &lt; 1 second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>  (excl. LLM-judge)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>Pass Rate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>  🟢 90 %+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866376" y="51206"/>
            <a:ext cx="2231136" cy="601675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866376" y="51206"/>
            <a:ext cx="32004" cy="601675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ogo_cr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6103" y="128016"/>
            <a:ext cx="2011680" cy="44805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0" y="6387084"/>
            <a:ext cx="12188952" cy="1371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5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400800"/>
            <a:ext cx="45720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2880" y="64008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B0C4D8"/>
                </a:solidFill>
                <a:latin typeface="Calibri"/>
              </a:rPr>
              <a:t>auxilab-eval-harness  |  AuxiLab Hackathon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1672" y="64008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00D4FF"/>
                </a:solidFill>
                <a:latin typeface="Calibri"/>
              </a:rPr>
              <a:t>4  /  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5752" y="640080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50" b="0">
                <a:solidFill>
                  <a:srgbClr val="5580A0"/>
                </a:solidFill>
                <a:latin typeface="Calibri"/>
              </a:rPr>
              <a:t>powered by auxiliobits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88952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229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D4FF"/>
                </a:solidFill>
              </a:rPr>
              <a:t>Roadmap — From Hackathon to Production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17320"/>
            <a:ext cx="3566160" cy="365760"/>
          </a:xfrm>
          <a:prstGeom prst="rect">
            <a:avLst/>
          </a:prstGeom>
          <a:solidFill>
            <a:srgbClr val="00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41732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  v0.2 —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783080"/>
            <a:ext cx="3566160" cy="2377440"/>
          </a:xfrm>
          <a:prstGeom prst="rect">
            <a:avLst/>
          </a:prstGeom>
          <a:solidFill>
            <a:srgbClr val="0A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874519"/>
            <a:ext cx="3383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>▸ Parallel test execution (asyncio)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>▸ GitHub Actions workflow template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>▸ Slack / email threshold alerts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>▸ UI: side-by-side run comparison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1417320"/>
            <a:ext cx="3566160" cy="365760"/>
          </a:xfrm>
          <a:prstGeom prst="rect">
            <a:avLst/>
          </a:prstGeom>
          <a:solidFill>
            <a:srgbClr val="0056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141732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  v0.3 — Medium Term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1783080"/>
            <a:ext cx="3566160" cy="2377440"/>
          </a:xfrm>
          <a:prstGeom prst="rect">
            <a:avLst/>
          </a:prstGeom>
          <a:solidFill>
            <a:srgbClr val="08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0" y="1874519"/>
            <a:ext cx="3383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>▸ Native LangGraph runner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>▸ Team dashboard with shared DB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>▸ OpenAI &amp; other LLM judge backends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>▸ UI: upload agent .py directly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79" y="1417320"/>
            <a:ext cx="3566160" cy="365760"/>
          </a:xfrm>
          <a:prstGeom prst="rect">
            <a:avLst/>
          </a:prstGeom>
          <a:solidFill>
            <a:srgbClr val="563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79" y="141732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  Vision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55279" y="1783080"/>
            <a:ext cx="3566160" cy="2377440"/>
          </a:xfrm>
          <a:prstGeom prst="rect">
            <a:avLst/>
          </a:prstGeom>
          <a:solidFill>
            <a:srgbClr val="1E1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1874519"/>
            <a:ext cx="3383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>▸ Self-healing test generation by Claude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>▸ Production agent monitoring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>▸ Finance domain test packs (AP/AR/GL)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4572000"/>
            <a:ext cx="12188952" cy="2011680"/>
          </a:xfrm>
          <a:prstGeom prst="rect">
            <a:avLst/>
          </a:prstGeom>
          <a:solidFill>
            <a:srgbClr val="00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6634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Any team building AI agents in Finance needs structured evaluation.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25780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00D4FF"/>
                </a:solidFill>
              </a:rPr>
              <a:t>python app.py   →   open http://127.0.0.1:7860   →   run your first evaluation in 2 minutes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CDDEE"/>
                </a:solidFill>
              </a:rPr>
              <a:t>github.com/AuxiLabs-Auxiliobits/auxilab-eval-harness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66376" y="51206"/>
            <a:ext cx="2231136" cy="601675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866376" y="51206"/>
            <a:ext cx="32004" cy="601675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_cr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6103" y="128016"/>
            <a:ext cx="2011680" cy="44805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0" y="6387084"/>
            <a:ext cx="12188952" cy="1371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5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6400800"/>
            <a:ext cx="45720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2880" y="64008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B0C4D8"/>
                </a:solidFill>
                <a:latin typeface="Calibri"/>
              </a:rPr>
              <a:t>auxilab-eval-harness  |  AuxiLab Hackathon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91672" y="64008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00D4FF"/>
                </a:solidFill>
                <a:latin typeface="Calibri"/>
              </a:rPr>
              <a:t>5  /  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45752" y="640080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50" b="0">
                <a:solidFill>
                  <a:srgbClr val="5580A0"/>
                </a:solidFill>
                <a:latin typeface="Calibri"/>
              </a:rPr>
              <a:t>powered by auxiliobits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88952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Appendix — Architecture &amp; Key Files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229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D4FF"/>
                </a:solidFill>
              </a:rPr>
              <a:t>Technical Deep Dive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D4FF"/>
                </a:solidFill>
              </a:rPr>
              <a:t>Evaluation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783080"/>
            <a:ext cx="4937760" cy="4389120"/>
          </a:xfrm>
          <a:prstGeom prst="rect">
            <a:avLst/>
          </a:prstGeom>
          <a:solidFill>
            <a:srgbClr val="05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74519"/>
            <a:ext cx="466344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00E576"/>
                </a:solidFill>
                <a:latin typeface="Courier New"/>
              </a:rPr>
              <a:t>TestCase(input, expected, evaluators)
         │
         ▼
  Runner.run(input)  ──►  actual_output
         │
         ▼
  for evaluator in evaluators:
    score = evaluator.evaluate(...)
         │
         ▼
  weighted_avg_score
  → PASS (≥ 0.75) or FAIL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1417320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700"/>
                </a:solidFill>
              </a:rPr>
              <a:t>Supported Runners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669280" y="1783080"/>
          <a:ext cx="612648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3063240"/>
              </a:tblGrid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Runner</a:t>
                      </a:r>
                    </a:p>
                  </a:txBody>
                  <a:tcPr>
                    <a:solidFill>
                      <a:srgbClr val="00568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Use Case</a:t>
                      </a:r>
                    </a:p>
                  </a:txBody>
                  <a:tcPr>
                    <a:solidFill>
                      <a:srgbClr val="00568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PythonRunner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Any callable(dict) → dict Python function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HttpRunner</a:t>
                      </a:r>
                    </a:p>
                  </a:txBody>
                  <a:tcPr>
                    <a:solidFill>
                      <a:srgbClr val="1425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REST API endpoint — POST with JSON body</a:t>
                      </a:r>
                    </a:p>
                  </a:txBody>
                  <a:tcPr>
                    <a:solidFill>
                      <a:srgbClr val="14253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LangGraphRunner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LangGraph CompiledGraph objects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669280" y="3474720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D4FF"/>
                </a:solidFill>
              </a:rPr>
              <a:t>Key Files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669280" y="3840480"/>
          <a:ext cx="61264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3063240"/>
              </a:tblGrid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File</a:t>
                      </a:r>
                    </a:p>
                  </a:txBody>
                  <a:tcPr>
                    <a:solidFill>
                      <a:srgbClr val="00568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Purpose</a:t>
                      </a:r>
                    </a:p>
                  </a:txBody>
                  <a:tcPr>
                    <a:solidFill>
                      <a:srgbClr val="00568C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harness.py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Orchestrates the full run pipeline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schema.py</a:t>
                      </a:r>
                    </a:p>
                  </a:txBody>
                  <a:tcPr>
                    <a:solidFill>
                      <a:srgbClr val="1425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Pydantic models for test cases &amp; results</a:t>
                      </a:r>
                    </a:p>
                  </a:txBody>
                  <a:tcPr>
                    <a:solidFill>
                      <a:srgbClr val="142538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evaluators/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One file per evaluator strategy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reporter/</a:t>
                      </a:r>
                    </a:p>
                  </a:txBody>
                  <a:tcPr>
                    <a:solidFill>
                      <a:srgbClr val="1425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HTML (Jinja2), JSON, CSV, SQLite history</a:t>
                      </a:r>
                    </a:p>
                  </a:txBody>
                  <a:tcPr>
                    <a:solidFill>
                      <a:srgbClr val="142538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demo/test_cases/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38 ready-to-run YAML test cases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9866376" y="51206"/>
            <a:ext cx="2231136" cy="601675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866376" y="51206"/>
            <a:ext cx="32004" cy="601675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ogo_cr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6103" y="128016"/>
            <a:ext cx="2011680" cy="44805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0" y="6387084"/>
            <a:ext cx="12188952" cy="1371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5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400800"/>
            <a:ext cx="45720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2880" y="64008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B0C4D8"/>
                </a:solidFill>
                <a:latin typeface="Calibri"/>
              </a:rPr>
              <a:t>auxilab-eval-harness  |  AuxiLab Hackathon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1672" y="64008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00D4FF"/>
                </a:solidFill>
                <a:latin typeface="Calibri"/>
              </a:rPr>
              <a:t>6  /  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5752" y="640080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50" b="0">
                <a:solidFill>
                  <a:srgbClr val="5580A0"/>
                </a:solidFill>
                <a:latin typeface="Calibri"/>
              </a:rPr>
              <a:t>powered by auxiliobits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